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342900" indent="-342900"/>
  </p:defaultTextStyle>
</p:presentation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" Target="slides/slide1.xml"/>
 <Relationship Id="rId2" Type="http://schemas.openxmlformats.org/officeDocument/2006/relationships/slide" Target="slides/slide2.xml"/>
 <Relationship Id="rId3" Type="http://schemas.openxmlformats.org/officeDocument/2006/relationships/slide" Target="slides/slide3.xml"/>
 <Relationship Id="rId4" Type="http://schemas.openxmlformats.org/officeDocument/2006/relationships/slide" Target="slides/slide4.xml"/>
 <Relationship Id="rId5" Type="http://schemas.openxmlformats.org/officeDocument/2006/relationships/slide" Target="slides/slide5.xml"/>
 <Relationship Id="rId6" Type="http://schemas.openxmlformats.org/officeDocument/2006/relationships/slide" Target="slides/slide6.xml"/>
 <Relationship Id="rId7" Type="http://schemas.openxmlformats.org/officeDocument/2006/relationships/slide" Target="slides/slide7.xml"/>
 <Relationship Id="rId8" Type="http://schemas.openxmlformats.org/officeDocument/2006/relationships/slide" Target="slides/slide8.xml"/>
 <Relationship Id="rId9" Type="http://schemas.openxmlformats.org/officeDocument/2006/relationships/slide" Target="slides/slide9.xml"/>
 <Relationship Id="rId10" Type="http://schemas.openxmlformats.org/officeDocument/2006/relationships/slide" Target="slides/slide10.xml"/>
 <Relationship Id="rId11" Type="http://schemas.openxmlformats.org/officeDocument/2006/relationships/slide" Target="slides/slide11.xml"/>
 <Relationship Id="rId12" Type="http://schemas.openxmlformats.org/officeDocument/2006/relationships/slide" Target="slides/slide12.xml"/>
 <Relationship Id="rId13" Type="http://schemas.openxmlformats.org/officeDocument/2006/relationships/slide" Target="slides/slide13.xml"/>
 <Relationship Id="rId1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Finance Management System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A full-stack DBMS project for managing personal finance records.</a:t>
            </a:r>
            <a:endParaRPr lang="en-US" sz="2200"/>
          </a:p>
          <a:p>
            <a:pPr lvl="0"/>
            <a:r>
              <a:rPr lang="en-US" sz="2200"/>
              <a:t>Built with Python, SQLite, HTML, CSS, and JavaScript.</a:t>
            </a:r>
            <a:endParaRPr lang="en-US" sz="2200"/>
          </a:p>
          <a:p>
            <a:pPr lvl="0"/>
            <a:r>
              <a:rPr lang="en-US" sz="2200"/>
              <a:t>Includes dashboard, reports, admin, and login pages.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Project Overview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Purpose: help users track income, expenses, budgets, and account balances.</a:t>
            </a:r>
            <a:endParaRPr lang="en-US" sz="2200"/>
          </a:p>
          <a:p>
            <a:pPr lvl="0"/>
            <a:r>
              <a:rPr lang="en-US" sz="2200"/>
              <a:t>Focus: database-driven financial record management.</a:t>
            </a:r>
            <a:endParaRPr lang="en-US" sz="2200"/>
          </a:p>
          <a:p>
            <a:pPr lvl="0"/>
            <a:r>
              <a:rPr lang="en-US" sz="2200"/>
              <a:t>Suitable for DBMS mini project demo, viva, and documentation.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Objectives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Store and manage financial records efficiently.</a:t>
            </a:r>
            <a:endParaRPr lang="en-US" sz="2200"/>
          </a:p>
          <a:p>
            <a:pPr lvl="0"/>
            <a:r>
              <a:rPr lang="en-US" sz="2200"/>
              <a:t>Provide a simple user interface for daily transaction entry.</a:t>
            </a:r>
            <a:endParaRPr lang="en-US" sz="2200"/>
          </a:p>
          <a:p>
            <a:pPr lvl="0"/>
            <a:r>
              <a:rPr lang="en-US" sz="2200"/>
              <a:t>Generate summaries and reports for analysis.</a:t>
            </a:r>
            <a:endParaRPr lang="en-US" sz="2200"/>
          </a:p>
          <a:p>
            <a:pPr lvl="0"/>
            <a:r>
              <a:rPr lang="en-US" sz="2200"/>
              <a:t>Demonstrate DBMS concepts using a real application.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Technology Stack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Frontend: HTML, CSS, JavaScript</a:t>
            </a:r>
            <a:endParaRPr lang="en-US" sz="2200"/>
          </a:p>
          <a:p>
            <a:pPr lvl="0"/>
            <a:r>
              <a:rPr lang="en-US" sz="2200"/>
              <a:t>Backend: Python HTTP server</a:t>
            </a:r>
            <a:endParaRPr lang="en-US" sz="2200"/>
          </a:p>
          <a:p>
            <a:pPr lvl="0"/>
            <a:r>
              <a:rPr lang="en-US" sz="2200"/>
              <a:t>Database: SQLite</a:t>
            </a:r>
            <a:endParaRPr lang="en-US" sz="2200"/>
          </a:p>
          <a:p>
            <a:pPr lvl="0"/>
            <a:r>
              <a:rPr lang="en-US" sz="2200"/>
              <a:t>Architecture: browser UI connected to REST-style API endpoints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Main Modules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Dashboard: balance, income, expense, and savings summary</a:t>
            </a:r>
            <a:endParaRPr lang="en-US" sz="2200"/>
          </a:p>
          <a:p>
            <a:pPr lvl="0"/>
            <a:r>
              <a:rPr lang="en-US" sz="2200"/>
              <a:t>Transactions: add income and expense records</a:t>
            </a:r>
            <a:endParaRPr lang="en-US" sz="2200"/>
          </a:p>
          <a:p>
            <a:pPr lvl="0"/>
            <a:r>
              <a:rPr lang="en-US" sz="2200"/>
              <a:t>Budgets: create monthly spending limits</a:t>
            </a:r>
            <a:endParaRPr lang="en-US" sz="2200"/>
          </a:p>
          <a:p>
            <a:pPr lvl="0"/>
            <a:r>
              <a:rPr lang="en-US" sz="2200"/>
              <a:t>Accounts and Categories: manage master data</a:t>
            </a:r>
            <a:endParaRPr lang="en-US" sz="2200"/>
          </a:p>
          <a:p>
            <a:pPr lvl="0"/>
            <a:r>
              <a:rPr lang="en-US" sz="2200"/>
              <a:t>Reports: category-wise and monthly analysis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Database Tables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users</a:t>
            </a:r>
            <a:endParaRPr lang="en-US" sz="2200"/>
          </a:p>
          <a:p>
            <a:pPr lvl="0"/>
            <a:r>
              <a:rPr lang="en-US" sz="2200"/>
              <a:t>accounts</a:t>
            </a:r>
            <a:endParaRPr lang="en-US" sz="2200"/>
          </a:p>
          <a:p>
            <a:pPr lvl="0"/>
            <a:r>
              <a:rPr lang="en-US" sz="2200"/>
              <a:t>categories</a:t>
            </a:r>
            <a:endParaRPr lang="en-US" sz="2200"/>
          </a:p>
          <a:p>
            <a:pPr lvl="0"/>
            <a:r>
              <a:rPr lang="en-US" sz="2200"/>
              <a:t>transactions</a:t>
            </a:r>
            <a:endParaRPr lang="en-US" sz="2200"/>
          </a:p>
          <a:p>
            <a:pPr lvl="0"/>
            <a:r>
              <a:rPr lang="en-US" sz="2200"/>
              <a:t>budgets</a:t>
            </a:r>
            <a:endParaRPr 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Database Relationships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One user can have multiple accounts.</a:t>
            </a:r>
            <a:endParaRPr lang="en-US" sz="2200"/>
          </a:p>
          <a:p>
            <a:pPr lvl="0"/>
            <a:r>
              <a:rPr lang="en-US" sz="2200"/>
              <a:t>One user can create multiple categories.</a:t>
            </a:r>
            <a:endParaRPr lang="en-US" sz="2200"/>
          </a:p>
          <a:p>
            <a:pPr lvl="0"/>
            <a:r>
              <a:rPr lang="en-US" sz="2200"/>
              <a:t>Each transaction belongs to one account and one category.</a:t>
            </a:r>
            <a:endParaRPr lang="en-US" sz="2200"/>
          </a:p>
          <a:p>
            <a:pPr lvl="0"/>
            <a:r>
              <a:rPr lang="en-US" sz="2200"/>
              <a:t>Each budget belongs to one expense category for a month.</a:t>
            </a:r>
            <a:endParaRPr 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Key Features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Add and manage accounts with opening balances.</a:t>
            </a:r>
            <a:endParaRPr lang="en-US" sz="2200"/>
          </a:p>
          <a:p>
            <a:pPr lvl="0"/>
            <a:r>
              <a:rPr lang="en-US" sz="2200"/>
              <a:t>Record income and expense transactions.</a:t>
            </a:r>
            <a:endParaRPr lang="en-US" sz="2200"/>
          </a:p>
          <a:p>
            <a:pPr lvl="0"/>
            <a:r>
              <a:rPr lang="en-US" sz="2200"/>
              <a:t>Assign categories to each transaction.</a:t>
            </a:r>
            <a:endParaRPr lang="en-US" sz="2200"/>
          </a:p>
          <a:p>
            <a:pPr lvl="0"/>
            <a:r>
              <a:rPr lang="en-US" sz="2200"/>
              <a:t>Track budgets and spending progress.</a:t>
            </a:r>
            <a:endParaRPr lang="en-US" sz="2200"/>
          </a:p>
          <a:p>
            <a:pPr lvl="0"/>
            <a:r>
              <a:rPr lang="en-US" sz="2200"/>
              <a:t>View recent transactions and expense breakdown.</a:t>
            </a:r>
            <a:endParaRPr 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System Workflow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User opens the application.</a:t>
            </a:r>
            <a:endParaRPr lang="en-US" sz="2200"/>
          </a:p>
          <a:p>
            <a:pPr lvl="0"/>
            <a:r>
              <a:rPr lang="en-US" sz="2200"/>
              <a:t>User adds accounts and categories.</a:t>
            </a:r>
            <a:endParaRPr lang="en-US" sz="2200"/>
          </a:p>
          <a:p>
            <a:pPr lvl="0"/>
            <a:r>
              <a:rPr lang="en-US" sz="2200"/>
              <a:t>User records income and expense transactions.</a:t>
            </a:r>
            <a:endParaRPr lang="en-US" sz="2200"/>
          </a:p>
          <a:p>
            <a:pPr lvl="0"/>
            <a:r>
              <a:rPr lang="en-US" sz="2200"/>
              <a:t>System updates balances and stores data in SQLite.</a:t>
            </a:r>
            <a:endParaRPr lang="en-US" sz="2200"/>
          </a:p>
          <a:p>
            <a:pPr lvl="0"/>
            <a:r>
              <a:rPr lang="en-US" sz="2200"/>
              <a:t>Dashboard and reports display summarized information.</a:t>
            </a:r>
            <a:endParaRPr 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User Interface Pages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Dashboard page</a:t>
            </a:r>
            <a:endParaRPr lang="en-US" sz="2200"/>
          </a:p>
          <a:p>
            <a:pPr lvl="0"/>
            <a:r>
              <a:rPr lang="en-US" sz="2200"/>
              <a:t>Reports page</a:t>
            </a:r>
            <a:endParaRPr lang="en-US" sz="2200"/>
          </a:p>
          <a:p>
            <a:pPr lvl="0"/>
            <a:r>
              <a:rPr lang="en-US" sz="2200"/>
              <a:t>Admin page</a:t>
            </a:r>
            <a:endParaRPr lang="en-US" sz="2200"/>
          </a:p>
          <a:p>
            <a:pPr lvl="0"/>
            <a:r>
              <a:rPr lang="en-US" sz="2200"/>
              <a:t>Login page</a:t>
            </a:r>
            <a:endParaRPr lang="en-US" sz="2200"/>
          </a:p>
          <a:p>
            <a:pPr lvl="0"/>
            <a:r>
              <a:rPr lang="en-US" sz="2200"/>
              <a:t>Responsive design for desktop and mobile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Advantages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Easy to use and lightweight.</a:t>
            </a:r>
            <a:endParaRPr lang="en-US" sz="2200"/>
          </a:p>
          <a:p>
            <a:pPr lvl="0"/>
            <a:r>
              <a:rPr lang="en-US" sz="2200"/>
              <a:t>Centralized financial data management.</a:t>
            </a:r>
            <a:endParaRPr lang="en-US" sz="2200"/>
          </a:p>
          <a:p>
            <a:pPr lvl="0"/>
            <a:r>
              <a:rPr lang="en-US" sz="2200"/>
              <a:t>Fast local database access with SQLite.</a:t>
            </a:r>
            <a:endParaRPr lang="en-US" sz="2200"/>
          </a:p>
          <a:p>
            <a:pPr lvl="0"/>
            <a:r>
              <a:rPr lang="en-US" sz="2200"/>
              <a:t>Good demonstration of CRUD operations and DBMS design.</a:t>
            </a:r>
            <a:endParaRPr lang="en-US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Future Enhancements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User authentication with passwords in the database.</a:t>
            </a:r>
            <a:endParaRPr lang="en-US" sz="2200"/>
          </a:p>
          <a:p>
            <a:pPr lvl="0"/>
            <a:r>
              <a:rPr lang="en-US" sz="2200"/>
              <a:t>Export reports to PDF or Excel.</a:t>
            </a:r>
            <a:endParaRPr lang="en-US" sz="2200"/>
          </a:p>
          <a:p>
            <a:pPr lvl="0"/>
            <a:r>
              <a:rPr lang="en-US" sz="2200"/>
              <a:t>Graphs and charts for visual analytics.</a:t>
            </a:r>
            <a:endParaRPr lang="en-US" sz="2200"/>
          </a:p>
          <a:p>
            <a:pPr lvl="0"/>
            <a:r>
              <a:rPr lang="en-US" sz="2200"/>
              <a:t>Cloud deployment and multi-user support.</a:t>
            </a:r>
            <a:endParaRPr lang="en-US"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2800" b="1"/>
              <a:t>Conclusion</a:t>
            </a:r>
            <a:endParaRPr lang="en-US" sz="2800"/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306320"/>
          </a:xfrm>
        </p:spPr>
        <p:txBody>
          <a:bodyPr wrap="square"/>
          <a:lstStyle/>
          <a:p>
            <a:pPr lvl="0"/>
            <a:r>
              <a:rPr lang="en-US" sz="2200"/>
              <a:t>The Finance Management System is a practical DBMS project.</a:t>
            </a:r>
            <a:endParaRPr lang="en-US" sz="2200"/>
          </a:p>
          <a:p>
            <a:pPr lvl="0"/>
            <a:r>
              <a:rPr lang="en-US" sz="2200"/>
              <a:t>It combines frontend, backend, and database concepts in one application.</a:t>
            </a:r>
            <a:endParaRPr lang="en-US" sz="2200"/>
          </a:p>
          <a:p>
            <a:pPr lvl="0"/>
            <a:r>
              <a:rPr lang="en-US" sz="2200"/>
              <a:t>It helps users manage finances efficiently and demonstrates real-world database usage.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Management System</dc:title>
  <dc:subject>DBMS Project Presentation</dc:subject>
  <dc:creator>Codex</dc:creator>
  <cp:keywords>finance, dbms, project</cp:keywords>
  <dc:description>Presentation for Finance Management System project</dc:description>
  <cp:lastModifiedBy>Codex</cp:lastModifiedBy>
  <dcterms:created xsi:type="dcterms:W3CDTF">2026-04-16T00:00:00Z</dcterms:created>
  <dcterms:modified xsi:type="dcterms:W3CDTF">2026-04-16T00:00:00Z</dcterms:modified>
</cp:coreProperties>
</file>